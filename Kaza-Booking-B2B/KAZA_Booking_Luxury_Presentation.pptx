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7B153008-DEB3-4A2C-BF94-8F92CB464EF1.jpeg"/>
          <p:cNvPicPr>
            <a:picLocks noChangeAspect="1"/>
          </p:cNvPicPr>
          <p:nvPr/>
        </p:nvPicPr>
        <p:blipFill>
          <a:blip r:embed="rId2"/>
          <a:stretch>
            <a:fillRect/>
          </a:stretch>
        </p:blipFill>
        <p:spPr>
          <a:xfrm>
            <a:off x="457200" y="182880"/>
            <a:ext cx="8229600" cy="6934312"/>
          </a:xfrm>
          <a:prstGeom prst="rect">
            <a:avLst/>
          </a:prstGeom>
        </p:spPr>
      </p:pic>
      <p:sp>
        <p:nvSpPr>
          <p:cNvPr id="3" name="TextBox 2"/>
          <p:cNvSpPr txBox="1"/>
          <p:nvPr/>
        </p:nvSpPr>
        <p:spPr>
          <a:xfrm>
            <a:off x="914400" y="4754880"/>
            <a:ext cx="7315200" cy="1371600"/>
          </a:xfrm>
          <a:prstGeom prst="rect">
            <a:avLst/>
          </a:prstGeom>
          <a:noFill/>
        </p:spPr>
        <p:txBody>
          <a:bodyPr wrap="none">
            <a:spAutoFit/>
          </a:bodyPr>
          <a:lstStyle/>
          <a:p>
            <a:pPr>
              <a:defRPr sz="2400"/>
            </a:pPr>
            <a:r>
              <a:t>Premium Vacation Rental Management &amp; Hospitality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KAZA Booking</a:t>
            </a:r>
          </a:p>
        </p:txBody>
      </p:sp>
      <p:sp>
        <p:nvSpPr>
          <p:cNvPr id="3" name="Content Placeholder 2"/>
          <p:cNvSpPr>
            <a:spLocks noGrp="1"/>
          </p:cNvSpPr>
          <p:nvPr>
            <p:ph idx="1"/>
          </p:nvPr>
        </p:nvSpPr>
        <p:spPr/>
        <p:txBody>
          <a:bodyPr/>
          <a:lstStyle/>
          <a:p>
            <a:pPr>
              <a:defRPr sz="2000"/>
            </a:pPr>
            <a:r>
              <a:t>KAZA Booking is a premium vacation rental and hospitality management company specializing in maximizing rental income while preserving and protecting owners' real estate assets.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Leadership</a:t>
            </a:r>
          </a:p>
        </p:txBody>
      </p:sp>
      <p:sp>
        <p:nvSpPr>
          <p:cNvPr id="3" name="Content Placeholder 2"/>
          <p:cNvSpPr>
            <a:spLocks noGrp="1"/>
          </p:cNvSpPr>
          <p:nvPr>
            <p:ph idx="1"/>
          </p:nvPr>
        </p:nvSpPr>
        <p:spPr/>
        <p:txBody>
          <a:bodyPr/>
          <a:lstStyle/>
          <a:p>
            <a:pPr>
              <a:defRPr sz="2000"/>
            </a:pPr>
            <a:r>
              <a:t>Under the leadership of Mr. Ashraf Khalil, Chief Executive Officer, with extensive hospitality experience managing major international hotel brands including Mövenpick, InterContinental, Holiday Inn, Tolip Sokhna, and hospitality operations for Palm Hills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Services</a:t>
            </a:r>
          </a:p>
        </p:txBody>
      </p:sp>
      <p:sp>
        <p:nvSpPr>
          <p:cNvPr id="3" name="Content Placeholder 2"/>
          <p:cNvSpPr>
            <a:spLocks noGrp="1"/>
          </p:cNvSpPr>
          <p:nvPr>
            <p:ph idx="1"/>
          </p:nvPr>
        </p:nvSpPr>
        <p:spPr/>
        <p:txBody>
          <a:bodyPr/>
          <a:lstStyle/>
          <a:p>
            <a:pPr>
              <a:defRPr sz="2000"/>
            </a:pPr>
            <a:r>
              <a:t>Property Management, Revenue Management, Dynamic Pricing, Professional Marketing, Guest Services, Housekeeping, Maintenance Coordination, and Transparent Financial Reporting.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Metrics</a:t>
            </a:r>
          </a:p>
        </p:txBody>
      </p:sp>
      <p:sp>
        <p:nvSpPr>
          <p:cNvPr id="3" name="Content Placeholder 2"/>
          <p:cNvSpPr>
            <a:spLocks noGrp="1"/>
          </p:cNvSpPr>
          <p:nvPr>
            <p:ph idx="1"/>
          </p:nvPr>
        </p:nvSpPr>
        <p:spPr/>
        <p:txBody>
          <a:bodyPr/>
          <a:lstStyle/>
          <a:p>
            <a:pPr>
              <a:defRPr sz="2000"/>
            </a:pPr>
            <a:r>
              <a:t>Occupancy Rate, ADR, RevPAR, GOP, and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Markets</a:t>
            </a:r>
          </a:p>
        </p:txBody>
      </p:sp>
      <p:sp>
        <p:nvSpPr>
          <p:cNvPr id="3" name="Content Placeholder 2"/>
          <p:cNvSpPr>
            <a:spLocks noGrp="1"/>
          </p:cNvSpPr>
          <p:nvPr>
            <p:ph idx="1"/>
          </p:nvPr>
        </p:nvSpPr>
        <p:spPr/>
        <p:txBody>
          <a:bodyPr/>
          <a:lstStyle/>
          <a:p>
            <a:pPr>
              <a:defRPr sz="2000"/>
            </a:pPr>
            <a:r>
              <a:t>New Alamein, North Coast, Ain Sokhna, Cairo, and Egypt's premium leisure destinations.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Promise</a:t>
            </a:r>
          </a:p>
        </p:txBody>
      </p:sp>
      <p:sp>
        <p:nvSpPr>
          <p:cNvPr id="3" name="Content Placeholder 2"/>
          <p:cNvSpPr>
            <a:spLocks noGrp="1"/>
          </p:cNvSpPr>
          <p:nvPr>
            <p:ph idx="1"/>
          </p:nvPr>
        </p:nvSpPr>
        <p:spPr/>
        <p:txBody>
          <a:bodyPr/>
          <a:lstStyle/>
          <a:p>
            <a:pPr>
              <a:defRPr sz="2000"/>
            </a:pPr>
            <a:r>
              <a:t>We Treat Your Property as Our 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Proposal for New Alamein &amp; North Coast Owners</a:t>
            </a:r>
          </a:p>
        </p:txBody>
      </p:sp>
      <p:sp>
        <p:nvSpPr>
          <p:cNvPr id="3" name="Content Placeholder 2"/>
          <p:cNvSpPr>
            <a:spLocks noGrp="1"/>
          </p:cNvSpPr>
          <p:nvPr>
            <p:ph idx="1"/>
          </p:nvPr>
        </p:nvSpPr>
        <p:spPr/>
        <p:txBody>
          <a:bodyPr/>
          <a:lstStyle/>
          <a:p>
            <a:r>
              <a:t>A bespoke luxury management solution for resort and beachfront properties, focused on maximizing revenue, preserving asset value, and delivering hotel-grade hospitality.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